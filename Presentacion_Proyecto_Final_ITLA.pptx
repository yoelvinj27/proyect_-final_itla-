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98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3256"/>
                </a:solidFill>
              </a:rPr>
              <a:t>Proyecto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Registro y clasificación de personas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Introducción a la Programación · ITLA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Ismael Javier Miranda · Grupo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98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3256"/>
                </a:solidFill>
              </a:rPr>
              <a:t>¿Qué hace el programa?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Solicita nombre, apellido, edad y sexo.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Muestra los datos en consola.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Determina si la persona es mayor o menor de edad.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98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3256"/>
                </a:solidFill>
              </a:rPr>
              <a:t>Herramientas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JavaScript: lógica del programa.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Node.js: ejecución en la terminal.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readline: lectura de datos ingresados por teclado.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98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3256"/>
                </a:solidFill>
              </a:rPr>
              <a:t>Conceptos de programación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Variables y tipos de datos.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Entrada y salida con question() y console.log().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Conversión con parseInt() y toUpperCase().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Condicionales if / else if / else.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98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3256"/>
                </a:solidFill>
              </a:rPr>
              <a:t>Ejemplo de funcionamiento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Nombre: Ana Pérez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Edad: 20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Sexo ingresado: F</a:t>
            </a:r>
          </a:p>
          <a:p>
            <a:pPr>
              <a:spcAft>
                <a:spcPts val="1700"/>
              </a:spcAft>
            </a:pP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Resultado: Es mayor de edad · Sexo: Femenino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(Ejemplo ilustrativo)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698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3256"/>
                </a:solidFill>
              </a:rPr>
              <a:t>Conclusiones y mejoras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Se aplicaron fundamentos de programación con un programa interactivo.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Mejora futura: validar edades y campos vacíos.</a:t>
            </a:r>
          </a:p>
          <a:p>
            <a:pPr>
              <a:spcAft>
                <a:spcPts val="1700"/>
              </a:spcAft>
            </a:pPr>
            <a:r>
              <a:rPr sz="2300">
                <a:solidFill>
                  <a:srgbClr val="313E51"/>
                </a:solidFill>
              </a:rPr>
              <a:t>Agregar capturas reales antes de entregar.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